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nvPr id="1" name=""/>
        <p:cNvGrpSpPr/>
        <p:nvGrpSpPr/>
      </p:nvGrpSpPr>
      <p:grpSpPr>
        <a:xfrm>
          <a:off x="0" y="0"/>
          <a:ext cx="0" cy="0"/>
          <a:chOff x="0" y="0"/>
          <a:chExt cx="0" cy="0"/>
        </a:xfrm>
      </p:grpSpPr>
      <p:sp>
        <p:nvSpPr>
          <p:nvPr id="2" name="Title"/>
          <p:cNvSpPr/>
          <p:nvSpPr/>
        </p:nvSpPr>
        <p:spPr>
          <a:xfrm>
            <a:off x="457200" y="274638"/>
            <a:ext cx="9144000" cy="914400"/>
          </a:xfrm>
          <a:prstGeom prst="rect"/>
        </p:spPr>
        <p:txBody>
          <a:bodyPr/>
          <a:lstStyle/>
          <a:p>
            <a:r>
              <a:t>Test Presentation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Test Presentation</dc:title>
  <dc:creator>Test</dc:creator>
</cp:coreProperties>
</file>